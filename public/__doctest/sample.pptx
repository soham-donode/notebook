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Imported PowerPoint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Slide one body 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743200" cy="109728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</a:rPr>
              <a:t>Slide two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2026-10-24T16:42:34Z</dcterms:created>
  <dcterms:modified xsi:type="dcterms:W3CDTF">2026-10-24T16:42:34Z</dcterms:modified>
</cp:coreProperties>
</file>